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Interactive Dashboard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Includes graphics, icons, and sample 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Elements &amp; Icons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Icons and Graphics Used in Dashboards: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Sales</a:t>
            </a:r>
          </a:p>
        </p:txBody>
      </p:sp>
      <p:sp>
        <p:nvSpPr>
          <p:cNvPr id="5" name="Cloud 4"/>
          <p:cNvSpPr/>
          <p:nvPr/>
        </p:nvSpPr>
        <p:spPr>
          <a:xfrm>
            <a:off x="2286000" y="1828800"/>
            <a:ext cx="1371600" cy="91440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Profit</a:t>
            </a:r>
          </a:p>
        </p:txBody>
      </p:sp>
      <p:sp>
        <p:nvSpPr>
          <p:cNvPr id="6" name="Up Arrow 5"/>
          <p:cNvSpPr/>
          <p:nvPr/>
        </p:nvSpPr>
        <p:spPr>
          <a:xfrm>
            <a:off x="4114800" y="1828800"/>
            <a:ext cx="1371600" cy="91440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Growth</a:t>
            </a:r>
          </a:p>
        </p:txBody>
      </p:sp>
      <p:sp>
        <p:nvSpPr>
          <p:cNvPr id="7" name="Pie 6"/>
          <p:cNvSpPr/>
          <p:nvPr/>
        </p:nvSpPr>
        <p:spPr>
          <a:xfrm>
            <a:off x="5943600" y="1828800"/>
            <a:ext cx="1371600" cy="914400"/>
          </a:xfrm>
          <a:prstGeom prst="pi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Segments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Time-Series Chart</a:t>
            </a:r>
          </a:p>
        </p:txBody>
      </p:sp>
      <p:pic>
        <p:nvPicPr>
          <p:cNvPr id="3" name="Picture 2" descr="time_seri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582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Category Bar Chart</a:t>
            </a:r>
          </a:p>
        </p:txBody>
      </p:sp>
      <p:pic>
        <p:nvPicPr>
          <p:cNvPr id="3" name="Picture 2" descr="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5827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