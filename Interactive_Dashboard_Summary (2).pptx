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&amp; Financial Dashboard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Interactive Dashboard Overview | Power BI /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Provide stakeholders with insights into Sales, Profit, Growth trends</a:t>
            </a:r>
          </a:p>
          <a:p>
            <a:r>
              <a:t>- Enable interactive filtering by Region, Product, Segment, Time</a:t>
            </a:r>
          </a:p>
          <a:p>
            <a:r>
              <a:t>- Support data-driven decisions for performance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Sales</a:t>
            </a:r>
          </a:p>
          <a:p>
            <a:r>
              <a:t>- Total Profit &amp; Profit Margin %</a:t>
            </a:r>
          </a:p>
          <a:p>
            <a:r>
              <a:t>- YoY &amp; QoQ Growth</a:t>
            </a:r>
          </a:p>
          <a:p>
            <a:r>
              <a:t>- Average Order Value (AOV)</a:t>
            </a:r>
          </a:p>
          <a:p>
            <a:r>
              <a:t>- Units Sold / Customer 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Layout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Section: KPI Cards (Sales, Profit, Margin, Growth)</a:t>
            </a:r>
          </a:p>
          <a:p>
            <a:r>
              <a:t>Middle Left: Time Series (Sales &amp; Profit)</a:t>
            </a:r>
          </a:p>
          <a:p>
            <a:r>
              <a:t>Middle Right: Geo Map (Region-wise Sales)</a:t>
            </a:r>
          </a:p>
          <a:p>
            <a:r>
              <a:t>Bottom: Product Performance + Detailed Table</a:t>
            </a:r>
          </a:p>
          <a:p>
            <a:r>
              <a:t>Sidebar: Filters (Date, Region, Category, Segment)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Slicers for Region, Product Category, Time</a:t>
            </a:r>
          </a:p>
          <a:p>
            <a:r>
              <a:t>- Drill-through (Product → Orders)</a:t>
            </a:r>
          </a:p>
          <a:p>
            <a:r>
              <a:t>- Hover tooltips with extra KPIs</a:t>
            </a:r>
          </a:p>
          <a:p>
            <a:r>
              <a:t>- Buttons / Bookmarks for page navigation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Region X shows highest growth at 18%</a:t>
            </a:r>
          </a:p>
          <a:p>
            <a:r>
              <a:t>- Product Category Y contributes 32% of total revenue</a:t>
            </a:r>
          </a:p>
          <a:p>
            <a:r>
              <a:t>- Margin dips observed in Q2 due to high discounting</a:t>
            </a:r>
          </a:p>
          <a:p>
            <a:r>
              <a:t>- Top 10 customers make up 42% of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provides a unified, interactive view of business performance.</a:t>
            </a:r>
          </a:p>
          <a:p>
            <a:r>
              <a:t>Stakeholders can explore trends, drill into problem areas, and make quicker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